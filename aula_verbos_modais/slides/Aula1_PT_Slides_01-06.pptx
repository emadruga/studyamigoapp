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243560"/>
          </a:solidFill>
          <a:ln w="12700">
            <a:solidFill>
              <a:srgbClr val="243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331720"/>
            <a:ext cx="914400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05840"/>
            <a:ext cx="164592" cy="31089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914400"/>
            <a:ext cx="3200400" cy="3200400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-365760"/>
            <a:ext cx="2011680" cy="2011680"/>
          </a:xfrm>
          <a:prstGeom prst="ellipse">
            <a:avLst/>
          </a:prstGeom>
          <a:solidFill>
            <a:srgbClr val="C9A84C">
              <a:alpha val="18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4114800"/>
            <a:ext cx="914400" cy="914400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0515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Verbos Modais — Parte 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i="1" dirty="0">
                <a:solidFill>
                  <a:srgbClr val="F0D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Habilidade, Permissão e Possibilidade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Ewerton Madruga  |  Curso Técnico em Segurança Cibernética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vamos aprender hoje?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Revisão: os 12 tempos verbais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Revisão: verbos irregulares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 verbos modais?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modais: CAN, COULD, MAY, MIGHT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Exercícios práticos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12 Tempos Verbais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143000"/>
          <a:ext cx="8814816" cy="3611880"/>
        </p:xfrm>
        <a:graphic>
          <a:graphicData uri="http://schemas.openxmlformats.org/drawingml/2006/table">
            <a:tbl>
              <a:tblPr/>
              <a:tblGrid>
                <a:gridCol w="1188720"/>
                <a:gridCol w="2532888"/>
                <a:gridCol w="2532888"/>
                <a:gridCol w="2532888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Passado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Presente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Futuro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Simples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F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ate pizza yesterday.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V₂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C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eat pizza every day.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V₁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will eat pizza tomorrow.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will + V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Contínuo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F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was eating pizza when you arrived.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was/were + V-ing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C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am eating pizza right now.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am/is/are + V-ing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will be eating when you arrive.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will be + V-ing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Perfeito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F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had eaten all the pizza when you arrived.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had + V₃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C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have eaten all the pizza.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have/has + V₃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will have eaten all the pizza by then.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will have + V₃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Perfeito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Contínuo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F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had been eating pizza for 2 hours.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had been + V-ing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CCE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have been eating pizza for 2 hours.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have/has been + V-ing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E0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</a:rPr>
                        <a:t>I will have been eating for 2 hours by then.</a:t>
                      </a:r>
                      <a:endParaRPr lang="en-US" sz="1200" dirty="0"/>
                    </a:p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44455"/>
                          </a:solidFill>
                        </a:rPr>
                        <a:t>S + will have been + V-ing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64592" y="4864608"/>
            <a:ext cx="881481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Sujeito   V = Verbo   (V₁ = infinitivo / V₂ = passado simples / V₃ = particípio passado)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Verbos Irregulares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83210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regulares</a:t>
            </a:r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formam o passado e o particípio adicionando </a:t>
            </a:r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-ed / -d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play → played → played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live → lived → lived</a:t>
            </a:r>
            <a:endParaRPr lang="en-US" sz="1900" dirty="0"/>
          </a:p>
          <a:p>
            <a:pPr indent="0" marL="0">
              <a:buNone/>
            </a:pPr>
            <a:r>
              <a:rPr lang="en-US" sz="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irregulares</a:t>
            </a:r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têm formas próprias — precisam ser memorizados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write → wrote → written</a:t>
            </a:r>
            <a:endParaRPr lang="en-US" sz="1900" dirty="0"/>
          </a:p>
          <a:p>
            <a:pPr indent="0" marL="0">
              <a:buNone/>
            </a:pPr>
            <a:r>
              <a:rPr lang="en-US" sz="19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– take → took → taken</a:t>
            </a:r>
            <a:endParaRPr lang="en-US" sz="1900" dirty="0"/>
          </a:p>
          <a:p>
            <a:pPr indent="0" marL="0">
              <a:buNone/>
            </a:pPr>
            <a:r>
              <a:rPr lang="en-US" sz="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formas: </a:t>
            </a:r>
            <a:pPr indent="0" marL="0">
              <a:buNone/>
            </a:pPr>
            <a:r>
              <a:rPr lang="en-US" sz="19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V₁</a:t>
            </a:r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(infinitivo)   |   </a:t>
            </a:r>
            <a:pPr indent="0" marL="0">
              <a:buNone/>
            </a:pPr>
            <a:r>
              <a:rPr lang="en-US" sz="19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V₂</a:t>
            </a:r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(passado simples)   |   </a:t>
            </a:r>
            <a:pPr indent="0" marL="0">
              <a:buNone/>
            </a:pPr>
            <a:r>
              <a:rPr lang="en-US" sz="1900" b="1" dirty="0">
                <a:solidFill>
                  <a:srgbClr val="A07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V₃</a:t>
            </a:r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(particípio passado)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Verbos Irregulares — Exemplos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" y="1143000"/>
          <a:ext cx="8869680" cy="3840480"/>
        </p:xfrm>
        <a:graphic>
          <a:graphicData uri="http://schemas.openxmlformats.org/drawingml/2006/table">
            <a:tbl>
              <a:tblPr/>
              <a:tblGrid>
                <a:gridCol w="1737360"/>
                <a:gridCol w="1920240"/>
                <a:gridCol w="1920240"/>
                <a:gridCol w="19202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Infinitivo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Presente Simples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Passado Simples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Particípio Passado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7828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 drive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drive(s)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drove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driven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 eat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eat(s)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eaten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 buy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buy(s)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bought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bought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 run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run(s)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ran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run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 swim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swim(s)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swam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swum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 feel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feel(s)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felt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felt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 take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take(s)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took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taken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to go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go(es)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went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</a:rPr>
                        <a:t>gone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515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10515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14984"/>
            <a:ext cx="91440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0"/>
            <a:ext cx="8503920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0DF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Verbos Irregulares — Verificação Rápida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0" y="1060704"/>
            <a:ext cx="109728" cy="406908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55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 tabela com as formas corretas do verbo:</a:t>
            </a:r>
            <a:endParaRPr lang="en-US" sz="1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72768"/>
          <a:ext cx="7772400" cy="2926080"/>
        </p:xfrm>
        <a:graphic>
          <a:graphicData uri="http://schemas.openxmlformats.org/drawingml/2006/table">
            <a:tbl>
              <a:tblPr/>
              <a:tblGrid>
                <a:gridCol w="2103120"/>
                <a:gridCol w="2834640"/>
                <a:gridCol w="283464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Infinitivo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Passado Simples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7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Particípio Passado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0782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go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eat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run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buy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A1A2E"/>
                          </a:solidFill>
                        </a:rPr>
                        <a:t>to feel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999977"/>
                          </a:solidFill>
                        </a:rPr>
                        <a:t>___________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DFA0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Respostas: went / gone   |   ate / eaten   |   ran / run   |   bought / bought   |   felt / felt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2026-06-06T14:36:15Z</dcterms:created>
  <dcterms:modified xsi:type="dcterms:W3CDTF">2026-06-06T14:36:15Z</dcterms:modified>
</cp:coreProperties>
</file>