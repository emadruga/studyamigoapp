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0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64592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132320" y="-365760"/>
            <a:ext cx="2011680" cy="201168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82880" y="4114800"/>
            <a:ext cx="914400" cy="914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Verbs — Part 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Ability, Permission &amp; Possibility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Ewerton Madruga  |  Curso Técnico em Segurança Cibernética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will we learn today?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the 12 verb tenses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irregular verbs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modal verbs?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verbs: CAN, COULD, MAY, MIGHT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12 Verb Tenses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286566"/>
              </p:ext>
            </p:extLst>
          </p:nvPr>
        </p:nvGraphicFramePr>
        <p:xfrm>
          <a:off x="164592" y="1143000"/>
          <a:ext cx="8787384" cy="34747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Present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Future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Simple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ate pizza yesterday.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V₂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eat pizza every day.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V₁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will eat pizza tomorrow.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will + V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Continuous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was eating pizza when you arrived.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was/were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am eating pizza right now.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am/is/are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will be eating when you arrive.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will be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Perfect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had eaten all the pizza when you arrived.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had + V₃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have eaten all the pizza.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have/has + V₃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will have eaten all the pizza by then.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will have + V₃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Perfect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Continuous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had been eating pizza for 2 hours.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had been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have been eating pizza for 2 hours.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have/has been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I will have been eating for 2 hours by then.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55"/>
                          </a:solidFill>
                        </a:rPr>
                        <a:t>S + will have been + V-ing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64592" y="4864608"/>
            <a:ext cx="8814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Subject   V = Verb   (V₁ = infinitive / V₂ = simple past / V₃ = past participle)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Irregular Verbs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verbs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 the past and past participle by adding </a:t>
            </a: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-ed / -d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play → played → played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live → lived → lived</a:t>
            </a:r>
            <a:endParaRPr lang="en-US" sz="19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verbs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their own unique forms — must be memorized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write → wrote → written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take → took → taken</a:t>
            </a:r>
            <a:endParaRPr lang="en-US" sz="19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forms: </a:t>
            </a: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(infinitive)   |   </a:t>
            </a: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(simple past)   |   </a:t>
            </a: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(past participle)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Irregular Verbs — Examples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121462"/>
              </p:ext>
            </p:extLst>
          </p:nvPr>
        </p:nvGraphicFramePr>
        <p:xfrm>
          <a:off x="822960" y="1156716"/>
          <a:ext cx="7498080" cy="378561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Infinitive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Simple Present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Simple Past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Past Participle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drive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drive(s)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drove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driven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eat(s)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ate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eaten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buy(s)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run(s)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ran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run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swim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swim(s)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swam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swum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feel(s)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take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take(s)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took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taken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go(es)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went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gone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Irregular Verbs — Quick Check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table with the correct verb forms: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2768"/>
          <a:ext cx="7772400" cy="290779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Infinitive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Simple Past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Past Participle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went / gone   |   ate / eaten   |   ran / run   |   bought / bought   |   felt / felt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483</Words>
  <Application>Microsoft Macintosh PowerPoint</Application>
  <PresentationFormat>On-screen Show (16:9)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Ewerton Madruga</cp:lastModifiedBy>
  <cp:revision>2</cp:revision>
  <dcterms:created xsi:type="dcterms:W3CDTF">2026-06-05T22:34:10Z</dcterms:created>
  <dcterms:modified xsi:type="dcterms:W3CDTF">2026-06-05T22:41:33Z</dcterms:modified>
</cp:coreProperties>
</file>