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164592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114800"/>
            <a:ext cx="914400" cy="914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Parte 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Habilidade, Permissão e Possibilidade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Ewerton Madruga  |  Curso Técnico em Segurança Cibernética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aprender hoje?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os 12 tempos verbais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verbos irregulares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verbos modais?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modais: CAN, COULD, MAY, MIGHT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práticos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12 Tempos Verbais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43000"/>
          <a:ext cx="8814816" cy="3611880"/>
        </p:xfrm>
        <a:graphic>
          <a:graphicData uri="http://schemas.openxmlformats.org/drawingml/2006/table">
            <a:tbl>
              <a:tblPr/>
              <a:tblGrid>
                <a:gridCol w="1188720"/>
                <a:gridCol w="2532888"/>
                <a:gridCol w="2532888"/>
                <a:gridCol w="253288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Presente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Futuro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Simples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ate pizza yesterday.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V₂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eat pizza every day.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V₁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eat pizza tomorrow.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+ 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Contínuo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was eating pizza when you arrived.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was/were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am eating pizza right now.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am/is/are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be eating when you arrive.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be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Perfeito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had eaten all the pizza when you arrived.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had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have eaten all the pizza.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have/has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have eaten all the pizza by then.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have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Perfeito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Contínuo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had been eating pizza for 2 hours.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had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have been eating pizza for 2 hours.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have/has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have been eating for 2 hours by then.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have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64592" y="4864608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Sujeito   V = Verbo   (V₁ = infinitivo / V₂ = passado simples / V₃ = particípio passado)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regulares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formam o passado e o particípio adicionando </a:t>
            </a:r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 / -d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play → played → played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live → lived → lived</a:t>
            </a:r>
            <a:endParaRPr lang="en-US" sz="1900" dirty="0"/>
          </a:p>
          <a:p>
            <a:pPr indent="0" marL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irregulares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têm formas próprias — precisam ser memorizados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write → wrote → written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take → took → taken</a:t>
            </a:r>
            <a:endParaRPr lang="en-US" sz="1900" dirty="0"/>
          </a:p>
          <a:p>
            <a:pPr indent="0" marL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formas: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(infinitivo)   |  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(passado simples)   |  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(particípio passado)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 — Exemplos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43000"/>
          <a:ext cx="8869680" cy="384048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92024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Infinitivo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Presente Simples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Passado Simples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Particípio Passado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drive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drive(s)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driven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eat(s)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eaten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buy(s)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run(s)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swim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swim(s)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swam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feel(s)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take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take(s)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took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taken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go(es)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went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gone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 — Verificação Rápida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tabela com as formas corretas do verbo: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2768"/>
          <a:ext cx="7772400" cy="292608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Infinitivo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Passado Simples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Particípio Passado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Respostas: went / gone   |   ate / eaten   |   ran / run   |   bought / bought   |   felt / felt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são Verbos Modais?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 dão um significado especial ao verbo principal.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expressam: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20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108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principais verbos modais: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5643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/ SHOULD / OUGHT TO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456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Regras Gramaticais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1170432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seguidos do INFINITIVO SEM "to"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go.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to go. / She can goes.   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3230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77240" y="2432304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3230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-s na 3ª pessoa do singular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16352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 leave.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musts leave.   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9417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77240" y="3694176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9417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auxiliar para perguntas e negativas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078224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help?  /  You must not enter. 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can help?   ✗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Construir Frases com Verbos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Afirmativa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Sujeito  +  modal  +  verbo base  +  (complemento)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should drink more water."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1517904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55448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Sujeito  +  modal  +  NOT  +  verbo 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7448" y="203911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not eat before the blood test."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288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sujeito  +  verbo base  +  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carry these bags for me?"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Perfeito (passado)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273552"/>
            <a:ext cx="420624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3101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66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  +  HAVE  +  particípio passado (V₃)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27448" y="379476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could have taken the wrong medicine."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Visão Geral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43000"/>
          <a:ext cx="8778240" cy="379476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Função Principal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(presente) / Permissão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swim very well.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(passado) / Pedido educado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ride a bike as a child.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/ Permissão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may rain this afternoon.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(menos certa)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might go to the gym later.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Sugestão / Oferta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Shall I open the window?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SHOULD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Conselho / Recomendação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should see a doctor.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OUGHT 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Obrigação moral (formal)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ought to call your parents.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MUST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Obrigação forte / Dedução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must take this medicine.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Foco da Aula 1 (linhas douradas)   |   Conteúdo da Aula 2 (linhas claras)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e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860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ou possibilidade NO PRESENTE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informal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 ofertas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42062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977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NO PASSADO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mais educada de 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(menos certa)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CAN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" y="4462272"/>
            <a:ext cx="8686800" cy="45720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é também o condicional de CAN:  "If we had oranges, I could make juice."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geral (presente)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speak English."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 (informal)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borrow your pen,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um pedido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help me,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can get very cold there at night."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ajuda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carry your bags for you?"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(can't) = proibido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cannot smoke in this room."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wake up early on weekdays.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borrow your charger?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this medicine without a prescription?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can't eat gluten.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pay by card?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get two for the price of one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can run 10 km without stopping.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use your hands in football.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Usos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geral no passado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 play the piano when I was younger."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 (mais educado)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I use your bathroom, please?"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um pedido (mais educado)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pass me the salt,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no passado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could have broken your leg."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could go to the movies if you like."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de CAN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we had oranges, I could make you juice."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— Exemplos do Cotidiano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ride a bike when I was five.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turn off the lights, please?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could have taken the wrong pill — he wasn't paying attention.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schedule an appointment for tomorrow?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show me a smaller size?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had it in stock, I could buy it today.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could swim faster when she trained every day.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win if everyone plays their best.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vs. COULD — Qual a Diferença?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3246120"/>
                <a:gridCol w="3246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F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(presente)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can cook pasta.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(passado)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 could cook pasta as a kid.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Permissão (informal)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Can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Permissão (educado)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Could I leave early today?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can happen anytime.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could happen. (menos certo)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Condicional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6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If I had flour, I could make bread.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CAN / COULD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CAN, CAN'T, COULD ou COULD HAVE: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carry this box for me? It's too heavy.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Could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17627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run very fast when she was in high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5234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_______ smoke inside the pharmacy.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/ cannot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2841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have left your wallet at the supermarket?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more time, we _______ visit the whole market.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eat spicy food — it makes him feel sick.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(respostas visíveis — cobrir antes da aula)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2026-06-06T14:36:15Z</dcterms:created>
  <dcterms:modified xsi:type="dcterms:W3CDTF">2026-06-06T14:36:15Z</dcterms:modified>
</cp:coreProperties>
</file>