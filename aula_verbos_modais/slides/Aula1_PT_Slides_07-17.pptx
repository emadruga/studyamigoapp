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são Verbos Modais?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 dão um significado especial ao verbo principal.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expressam: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principais verbos modais: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/ SHOULD / OUGHT TO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Regras Gramaticais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1170432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seguidos do INFINITIVO SEM "to"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go.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to go. / She can goes.   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77240" y="2432304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323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-s na 3ª pessoa do singular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 leave.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musts leave.   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77240" y="3694176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9417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auxiliar para perguntas e negativas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07822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help?  /  You must not enter.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can help?   ✗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Construir Frases com Verbos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Afirmativa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Sujeito  +  modal  +  verbo base  +  (complemento)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drink more water."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Sujeito  +  modal  +  NOT  +  verbo 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744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not eat before the blood test."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sujeito  +  verbo base  +  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carry these bags for me?"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Perfeito (passado)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HAVE  +  particípio passado (V₃)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744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could have taken the wrong medicine."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Visão Geral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947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Função Principal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 / Permissão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swim very well.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 / Pedido educado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ride a bike as a child.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/ Permissão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may rain this afternoon.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(menos certa)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might go to the gym later.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Sugestão / Oferta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Shall I open the window?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Conselho / Recomendação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should see a doctor.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OUGHT 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Obrigação moral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ought to call your parents.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MUST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Obrigação forte / Dedução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must take this medicine.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Foco da Aula 1 (linhas douradas)   |   Conteúdo da Aula 2 (linhas claras)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e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ou possibilidade NO PRESENTE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informal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 ofertas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NO PASSADO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mais educada de 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(menos certa)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CAN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" y="4462272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é também o condicional de CAN:  "If we had oranges, I could make juice."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geral (presente)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speak English."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 (informal)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borrow your pen,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 pedido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help me,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can get very cold there at night."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ajuda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carry your bags for you?"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(can't) = proibido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cannot smoke in this room."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wake up early on weekdays.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borrow your charger?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this medicine without a prescription?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can't eat gluten.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pay by card?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get two for the price of one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 run 10 km without stopping.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use your hands in football.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geral no passado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play the piano when I was younger."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 (mais educado)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I use your bathroom,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 pedido (mais educado)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pass me the salt,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no passado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could have broken your leg."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could go to the movies if you like."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CAN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had oranges, I could make you juice."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ride a bike when I was five.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turn off the lights, please?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could have taken the wrong pill — he wasn't paying attention.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schedule an appointment for tomorrow?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show me a smaller size?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had it in stock, I could buy it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swim faster when she trained every day.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win if everyone plays their best.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vs. COULD — Qual a Diferença?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3246120"/>
                <a:gridCol w="3246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F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cook pasta.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cook pasta as a kid.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Permissão (informal)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Can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Permissão (educado)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Could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can happen anytime.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could happen. (menos certo)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Condicional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If I had flour, I could make bread.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CAN /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CAN, CAN'T, COULD ou COULD HAVE: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carry this box for me? It's too heavy.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76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run very fast when she was in high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_______ smoke inside the pharmacy.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/ cannot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have left your wallet at the supermarket?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more time, we _______ visit the whole market.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eat spicy food — it makes him feel sick.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(respostas visíveis — cobrir antes da aula)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2026-06-06T14:36:15Z</dcterms:created>
  <dcterms:modified xsi:type="dcterms:W3CDTF">2026-06-06T14:36:15Z</dcterms:modified>
</cp:coreProperties>
</file>